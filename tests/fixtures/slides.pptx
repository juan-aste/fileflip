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5C9458-D342-4EF2-8C5D-5D4A25CF9D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4782B0-C5F5-4F68-AA77-7CF1219C53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C55890A-C613-489A-B21D-F669002D19D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Fileflect slide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Fileflect slide 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